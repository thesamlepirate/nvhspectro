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421" r:id="rId3"/>
    <p:sldId id="814" r:id="rId5"/>
    <p:sldId id="794" r:id="rId6"/>
    <p:sldId id="795" r:id="rId7"/>
    <p:sldId id="815" r:id="rId8"/>
    <p:sldId id="819" r:id="rId9"/>
    <p:sldId id="820" r:id="rId10"/>
    <p:sldId id="813" r:id="rId11"/>
    <p:sldId id="817" r:id="rId12"/>
    <p:sldId id="818" r:id="rId13"/>
    <p:sldId id="821" r:id="rId14"/>
    <p:sldId id="822" r:id="rId15"/>
    <p:sldId id="803" r:id="rId16"/>
  </p:sldIdLst>
  <p:sldSz cx="12192000" cy="6858000"/>
  <p:notesSz cx="6797675" cy="992632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BACA4BC-2A26-45B4-BB57-B6313212319A}">
          <p14:sldIdLst>
            <p14:sldId id="421"/>
            <p14:sldId id="814"/>
            <p14:sldId id="794"/>
            <p14:sldId id="795"/>
            <p14:sldId id="815"/>
            <p14:sldId id="819"/>
            <p14:sldId id="820"/>
            <p14:sldId id="813"/>
            <p14:sldId id="817"/>
            <p14:sldId id="818"/>
            <p14:sldId id="821"/>
            <p14:sldId id="822"/>
            <p14:sldId id="80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706732" initials="7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FF"/>
    <a:srgbClr val="1BEE0C"/>
    <a:srgbClr val="FFBB5F"/>
    <a:srgbClr val="FE04FE"/>
    <a:srgbClr val="000000"/>
    <a:srgbClr val="93BA44"/>
    <a:srgbClr val="6E4E95"/>
    <a:srgbClr val="A5A39C"/>
    <a:srgbClr val="8BFF0F"/>
    <a:srgbClr val="005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79" autoAdjust="0"/>
    <p:restoredTop sz="91628" autoAdjust="0"/>
  </p:normalViewPr>
  <p:slideViewPr>
    <p:cSldViewPr snapToGrid="0">
      <p:cViewPr>
        <p:scale>
          <a:sx n="75" d="100"/>
          <a:sy n="75" d="100"/>
        </p:scale>
        <p:origin x="960" y="302"/>
      </p:cViewPr>
      <p:guideLst>
        <p:guide orient="horz" pos="538"/>
        <p:guide pos="3931"/>
        <p:guide pos="728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96" y="84"/>
      </p:cViewPr>
      <p:guideLst>
        <p:guide orient="horz" pos="2908"/>
        <p:guide pos="21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CC74F09-A1C6-4E05-AE18-4FC972B6B518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47FD27E0-027B-4433-B666-D4769478FDC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87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>
              <a:defRPr/>
            </a:pPr>
            <a:fld id="{1A7C199F-560B-4679-943B-E47FCCA7C29B}" type="datetimeFigureOut">
              <a:rPr lang="zh-CN" altLang="en-US"/>
            </a:fld>
            <a:endParaRPr lang="zh-CN" altLang="en-US"/>
          </a:p>
        </p:txBody>
      </p:sp>
      <p:sp>
        <p:nvSpPr>
          <p:cNvPr id="18436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1331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6390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91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3681ED36-A994-438C-881B-6C3C90859AC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81ED36-A994-438C-881B-6C3C90859A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898"/>
            <a:ext cx="10972800" cy="103255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69975"/>
            <a:ext cx="10972800" cy="5056189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E5CCB302-54E8-4A25-8FA9-BB30A371CB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1D5BC7-F2FC-4C7D-8241-7560E3141AF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5471CC24-F7BF-4E81-A37A-CAC253F2839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861D5BC7-F2FC-4C7D-8241-7560E3141A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6"/>
          <p:cNvSpPr/>
          <p:nvPr userDrawn="1"/>
        </p:nvSpPr>
        <p:spPr>
          <a:xfrm>
            <a:off x="7727951" y="4514850"/>
            <a:ext cx="4470400" cy="2341563"/>
          </a:xfrm>
          <a:prstGeom prst="rect">
            <a:avLst/>
          </a:prstGeom>
          <a:solidFill>
            <a:srgbClr val="005BAC"/>
          </a:solidFill>
          <a:ln w="9525">
            <a:noFill/>
          </a:ln>
        </p:spPr>
        <p:txBody>
          <a:bodyPr anchor="ctr"/>
          <a:lstStyle/>
          <a:p>
            <a:pPr lvl="0" indent="0" algn="ctr" defTabSz="914400"/>
            <a:endParaRPr lang="zh-CN" altLang="en-US" sz="100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椭圆 7"/>
          <p:cNvSpPr/>
          <p:nvPr userDrawn="1"/>
        </p:nvSpPr>
        <p:spPr>
          <a:xfrm>
            <a:off x="3431117" y="1992313"/>
            <a:ext cx="8760883" cy="4865687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/>
          <a:p>
            <a:pPr lvl="0" indent="0" algn="ctr" defTabSz="914400"/>
            <a:endParaRPr lang="zh-CN" altLang="en-US" sz="100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文本框 9"/>
          <p:cNvSpPr/>
          <p:nvPr userDrawn="1"/>
        </p:nvSpPr>
        <p:spPr>
          <a:xfrm>
            <a:off x="10172700" y="6499225"/>
            <a:ext cx="1955800" cy="27559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defTabSz="914400"/>
            <a:r>
              <a:rPr lang="en-US" altLang="x-none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www.broad-ocean.com</a:t>
            </a:r>
            <a:endParaRPr lang="zh-CN" altLang="en-US" sz="100" dirty="0">
              <a:solidFill>
                <a:srgbClr val="000000"/>
              </a:solidFill>
              <a:latin typeface="Arial" panose="020B0604020202020204" charset="-122"/>
              <a:ea typeface="宋体" panose="02010600030101010101" pitchFamily="2" charset="-122"/>
              <a:sym typeface="Arial" panose="020B0604020202020204" charset="-122"/>
            </a:endParaRPr>
          </a:p>
        </p:txBody>
      </p:sp>
      <p:cxnSp>
        <p:nvCxnSpPr>
          <p:cNvPr id="14" name="直接连接符 7"/>
          <p:cNvCxnSpPr/>
          <p:nvPr userDrawn="1"/>
        </p:nvCxnSpPr>
        <p:spPr>
          <a:xfrm flipV="1">
            <a:off x="0" y="777875"/>
            <a:ext cx="12192000" cy="1588"/>
          </a:xfrm>
          <a:prstGeom prst="line">
            <a:avLst/>
          </a:prstGeom>
          <a:ln w="19050" cap="flat" cmpd="sng">
            <a:solidFill>
              <a:srgbClr val="0215C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15" name="Picture 8"/>
          <p:cNvPicPr>
            <a:picLocks noChangeAspect="1" noChangeArrowheads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33341" y="0"/>
            <a:ext cx="1900237" cy="758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8"/>
          <p:cNvSpPr>
            <a:spLocks noChangeArrowheads="1"/>
          </p:cNvSpPr>
          <p:nvPr userDrawn="1"/>
        </p:nvSpPr>
        <p:spPr bwMode="auto">
          <a:xfrm>
            <a:off x="1938338" y="230188"/>
            <a:ext cx="283686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1400" b="1" dirty="0">
                <a:solidFill>
                  <a:srgbClr val="B281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大洋电机车辆事业集团</a:t>
            </a:r>
            <a:endParaRPr lang="en-US" altLang="zh-CN" sz="1400" b="1" dirty="0">
              <a:solidFill>
                <a:srgbClr val="B281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en-US" altLang="zh-CN" sz="1400" b="1" dirty="0">
                <a:solidFill>
                  <a:srgbClr val="595959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BOM VEHICLE BUSINESS </a:t>
            </a:r>
            <a:r>
              <a:rPr lang="zh-CN" altLang="en-US" sz="1400" b="1" dirty="0">
                <a:solidFill>
                  <a:srgbClr val="595959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GROUP</a:t>
            </a:r>
            <a:endParaRPr lang="en-US" altLang="zh-CN" sz="1400" b="1" dirty="0">
              <a:solidFill>
                <a:srgbClr val="595959"/>
              </a:solidFill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1" kern="1200">
          <a:solidFill>
            <a:srgbClr val="005BAC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5240" y="3293529"/>
            <a:ext cx="1217676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跨越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迎接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427092"/>
            <a:ext cx="12192000" cy="2571627"/>
          </a:xfrm>
          <a:prstGeom prst="rect">
            <a:avLst/>
          </a:prstGeom>
          <a:solidFill>
            <a:srgbClr val="005197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zh-CN" altLang="en-US" b="1" dirty="0">
              <a:solidFill>
                <a:schemeClr val="bg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620379" y="3399766"/>
            <a:ext cx="10634133" cy="6771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EOL Result of X1316</a:t>
            </a:r>
            <a:endParaRPr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0" y="4479501"/>
            <a:ext cx="12192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July 7, 2026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459966" y="1256711"/>
            <a:ext cx="4428550" cy="3315772"/>
            <a:chOff x="9605" y="1840"/>
            <a:chExt cx="8047" cy="602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5" y="1840"/>
              <a:ext cx="8047" cy="6025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0781" y="6180"/>
              <a:ext cx="1337" cy="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/>
                <a:t>Spd-rDL</a:t>
              </a:r>
              <a:endParaRPr lang="en-US" altLang="zh-CN" sz="9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1481" y="4746"/>
              <a:ext cx="141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/>
                <a:t>Spd-rDH</a:t>
              </a:r>
              <a:endParaRPr lang="en-US" altLang="zh-CN" sz="90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3506" y="4592"/>
              <a:ext cx="141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/>
                <a:t>Spd-rCH</a:t>
              </a:r>
              <a:endParaRPr lang="en-US" altLang="zh-CN" sz="9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779" y="6247"/>
              <a:ext cx="141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/>
                <a:t>Spd-rCL</a:t>
              </a:r>
              <a:endParaRPr lang="en-US" altLang="zh-CN" sz="9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475" y="5173"/>
              <a:ext cx="1079" cy="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/>
                <a:t>Std-C</a:t>
              </a:r>
              <a:endParaRPr lang="en-US" altLang="zh-CN" sz="9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985" y="4720"/>
              <a:ext cx="1079" cy="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/>
                <a:t>Std-D</a:t>
              </a:r>
              <a:endParaRPr lang="en-US" altLang="zh-CN" sz="900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289239" y="918157"/>
            <a:ext cx="3295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EOL Test conditions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97070" y="918157"/>
            <a:ext cx="3740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EOL vibration sensor position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22" y="4633761"/>
            <a:ext cx="4836837" cy="2224239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 rot="5400000" flipV="1">
            <a:off x="2569752" y="3978000"/>
            <a:ext cx="57600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243638" y="4057650"/>
            <a:ext cx="82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5857881" y="1401678"/>
            <a:ext cx="5926130" cy="2880000"/>
            <a:chOff x="5857881" y="1401678"/>
            <a:chExt cx="5926130" cy="28800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881" y="1401678"/>
              <a:ext cx="2912820" cy="28800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6214" y="1401678"/>
              <a:ext cx="2867797" cy="288000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6436519" y="3414713"/>
              <a:ext cx="207169" cy="230455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8424863" y="3232564"/>
              <a:ext cx="207169" cy="230455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9552252" y="3689184"/>
              <a:ext cx="207169" cy="230455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endParaRPr>
            </a:p>
          </p:txBody>
        </p:sp>
        <p:cxnSp>
          <p:nvCxnSpPr>
            <p:cNvPr id="8" name="直接箭头连接符 7"/>
            <p:cNvCxnSpPr>
              <a:endCxn id="6" idx="2"/>
            </p:cNvCxnSpPr>
            <p:nvPr/>
          </p:nvCxnSpPr>
          <p:spPr>
            <a:xfrm flipH="1" flipV="1">
              <a:off x="6540104" y="3645168"/>
              <a:ext cx="0" cy="27447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H="1" flipV="1">
              <a:off x="8510589" y="3460642"/>
              <a:ext cx="0" cy="27447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rot="16200000" flipH="1" flipV="1">
              <a:off x="9896656" y="3743251"/>
              <a:ext cx="0" cy="27447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6070137" y="3910717"/>
              <a:ext cx="101822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FZZDXK--GBK1-0"/>
                </a:rPr>
                <a:t>VSE point</a:t>
              </a:r>
              <a:endPara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7707570" y="3726191"/>
              <a:ext cx="105189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FZZDXK--GBK1-0"/>
                </a:rPr>
                <a:t>VSG point</a:t>
              </a:r>
              <a:endPara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0027480" y="3742098"/>
              <a:ext cx="106471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FZZDXK--GBK1-0"/>
                </a:rPr>
                <a:t>VSO point</a:t>
              </a:r>
              <a:endPara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endParaRPr>
            </a:p>
          </p:txBody>
        </p:sp>
      </p:grpSp>
      <p:sp>
        <p:nvSpPr>
          <p:cNvPr id="2" name="文本框 45"/>
          <p:cNvSpPr txBox="1"/>
          <p:nvPr/>
        </p:nvSpPr>
        <p:spPr>
          <a:xfrm>
            <a:off x="5797070" y="4315424"/>
            <a:ext cx="6237614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Regarding the EOL thresholds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97069" y="4849301"/>
            <a:ext cx="5841551" cy="11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400" dirty="0"/>
              <a:t>The EOL limit standards are set according to the self-learning algorithm of the Discom system. At the same time, they need to be dynamically adjusted based on the test results of the vehicle to achieve the optimal limit values.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2136424" y="2895460"/>
            <a:ext cx="7882466" cy="504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defTabSz="893445"/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Motor order EOL data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53" y="1309200"/>
            <a:ext cx="2918645" cy="187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3" y="4008073"/>
            <a:ext cx="2904000" cy="1872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714" y="1299426"/>
            <a:ext cx="2922000" cy="187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714" y="4008073"/>
            <a:ext cx="2898000" cy="1872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905" y="1309200"/>
            <a:ext cx="2910000" cy="1872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03" y="4008073"/>
            <a:ext cx="2913338" cy="1872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8089" y="1309200"/>
            <a:ext cx="2934813" cy="1872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5683" y="4008073"/>
            <a:ext cx="2944311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6th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20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order data — test bench 1#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8" y="3516527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18th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1" name="文本框 53"/>
          <p:cNvSpPr txBox="1"/>
          <p:nvPr/>
        </p:nvSpPr>
        <p:spPr>
          <a:xfrm>
            <a:off x="10655495" y="102321"/>
            <a:ext cx="129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E04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F000069</a:t>
            </a:r>
            <a:endParaRPr lang="en-US" altLang="zh-CN" sz="1400" dirty="0">
              <a:solidFill>
                <a:srgbClr val="FE04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BB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F000096</a:t>
            </a:r>
            <a:endParaRPr lang="zh-CN" altLang="en-US" sz="1400" dirty="0">
              <a:solidFill>
                <a:srgbClr val="FFBB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51" y="4008073"/>
            <a:ext cx="2841106" cy="187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3" y="1299426"/>
            <a:ext cx="2953870" cy="187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855" y="4008073"/>
            <a:ext cx="2853145" cy="187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7783" y="1309200"/>
            <a:ext cx="2897427" cy="1872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144" y="4008073"/>
            <a:ext cx="2832000" cy="1872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719" y="1299426"/>
            <a:ext cx="2931395" cy="1872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4755" y="4008073"/>
            <a:ext cx="2838194" cy="18720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3664" y="1309200"/>
            <a:ext cx="2922735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36th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284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order data — test bench 1#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8" y="3516527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54th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2" name="文本框 53"/>
          <p:cNvSpPr txBox="1"/>
          <p:nvPr/>
        </p:nvSpPr>
        <p:spPr>
          <a:xfrm>
            <a:off x="10655495" y="102321"/>
            <a:ext cx="129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E04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F000069</a:t>
            </a:r>
            <a:endParaRPr lang="en-US" altLang="zh-CN" sz="1400" dirty="0">
              <a:solidFill>
                <a:srgbClr val="FE04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BB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F000096</a:t>
            </a:r>
            <a:endParaRPr lang="zh-CN" altLang="en-US" sz="1400" dirty="0">
              <a:solidFill>
                <a:srgbClr val="FFBB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9" y="1309200"/>
            <a:ext cx="2944311" cy="187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8" y="4008073"/>
            <a:ext cx="2938252" cy="1872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357" y="1309200"/>
            <a:ext cx="2944311" cy="1872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265" y="4008073"/>
            <a:ext cx="2922735" cy="1872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585" y="1309200"/>
            <a:ext cx="2906684" cy="1872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585" y="4008073"/>
            <a:ext cx="2904000" cy="18720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266" y="1309200"/>
            <a:ext cx="2934000" cy="18720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871" y="4008073"/>
            <a:ext cx="2931395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6th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20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order data — test bench 2#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8" y="3516527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18th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2" name="文本框 53"/>
          <p:cNvSpPr txBox="1"/>
          <p:nvPr/>
        </p:nvSpPr>
        <p:spPr>
          <a:xfrm>
            <a:off x="10702447" y="0"/>
            <a:ext cx="129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F000005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BEE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F000021</a:t>
            </a:r>
            <a:endParaRPr lang="en-US" altLang="zh-CN" sz="1400" dirty="0">
              <a:solidFill>
                <a:srgbClr val="1BEE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E1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F000071</a:t>
            </a:r>
            <a:endParaRPr lang="zh-CN" altLang="en-US" sz="1400" dirty="0">
              <a:solidFill>
                <a:srgbClr val="1E1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29" y="4007284"/>
            <a:ext cx="2858837" cy="1872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5" y="1295476"/>
            <a:ext cx="2919357" cy="1872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308" y="4007284"/>
            <a:ext cx="2796076" cy="1872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073" y="1309201"/>
            <a:ext cx="2944311" cy="1872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071" y="4007284"/>
            <a:ext cx="2838194" cy="1872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807" y="1309201"/>
            <a:ext cx="2894722" cy="18720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3693" y="4007284"/>
            <a:ext cx="2832155" cy="18720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6067" y="1309201"/>
            <a:ext cx="2912665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36th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284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order data — test bench 2#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8" y="3516527"/>
            <a:ext cx="373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Motor 54th order_VSE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2" name="文本框 53"/>
          <p:cNvSpPr txBox="1"/>
          <p:nvPr/>
        </p:nvSpPr>
        <p:spPr>
          <a:xfrm>
            <a:off x="10702447" y="0"/>
            <a:ext cx="129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F000005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BEE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F000021</a:t>
            </a:r>
            <a:endParaRPr lang="en-US" altLang="zh-CN" sz="1400" dirty="0">
              <a:solidFill>
                <a:srgbClr val="1BEE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E1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F000071</a:t>
            </a:r>
            <a:endParaRPr lang="zh-CN" altLang="en-US" sz="1400" dirty="0">
              <a:solidFill>
                <a:srgbClr val="1E1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2136424" y="2895460"/>
            <a:ext cx="7882466" cy="504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defTabSz="893445"/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Reducer order EOL data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13" y="1299426"/>
            <a:ext cx="2904000" cy="187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1" y="4008073"/>
            <a:ext cx="2891465" cy="187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135" y="1299426"/>
            <a:ext cx="2876343" cy="187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12" y="4008073"/>
            <a:ext cx="2870006" cy="1872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105" y="1299426"/>
            <a:ext cx="2912665" cy="1872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983" y="4008073"/>
            <a:ext cx="2885503" cy="18720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594" y="1299426"/>
            <a:ext cx="2928774" cy="18720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302" y="4008073"/>
            <a:ext cx="2919357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4069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28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091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order data — test bench 1#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7" y="3516527"/>
            <a:ext cx="3969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56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2" name="文本框 53"/>
          <p:cNvSpPr txBox="1"/>
          <p:nvPr/>
        </p:nvSpPr>
        <p:spPr>
          <a:xfrm>
            <a:off x="10655495" y="102321"/>
            <a:ext cx="129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E04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F000069</a:t>
            </a:r>
            <a:endParaRPr lang="en-US" altLang="zh-CN" sz="1400" dirty="0">
              <a:solidFill>
                <a:srgbClr val="FE04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BB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F000096</a:t>
            </a:r>
            <a:endParaRPr lang="zh-CN" altLang="en-US" sz="1400" dirty="0">
              <a:solidFill>
                <a:srgbClr val="FFBB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21" y="1299426"/>
            <a:ext cx="2810990" cy="187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1" y="4008073"/>
            <a:ext cx="2825885" cy="187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310" y="1309200"/>
            <a:ext cx="2799086" cy="1872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847" y="4008073"/>
            <a:ext cx="2844000" cy="1872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542" y="1309200"/>
            <a:ext cx="2825885" cy="1872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427" y="4008073"/>
            <a:ext cx="2820000" cy="1872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7023" y="1299426"/>
            <a:ext cx="2865553" cy="18720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2276" y="3998299"/>
            <a:ext cx="2790228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4069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7.4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384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order data — test bench 1#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7" y="3516527"/>
            <a:ext cx="3969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14.8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0" name="文本框 53"/>
          <p:cNvSpPr txBox="1"/>
          <p:nvPr/>
        </p:nvSpPr>
        <p:spPr>
          <a:xfrm>
            <a:off x="10655495" y="102321"/>
            <a:ext cx="129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E04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F000069</a:t>
            </a:r>
            <a:endParaRPr lang="en-US" altLang="zh-CN" sz="1400" dirty="0">
              <a:solidFill>
                <a:srgbClr val="FE04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BB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F000096</a:t>
            </a:r>
            <a:endParaRPr lang="zh-CN" altLang="en-US" sz="1400" dirty="0">
              <a:solidFill>
                <a:srgbClr val="FFBB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16" y="1299426"/>
            <a:ext cx="2913338" cy="1872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5" y="4008073"/>
            <a:ext cx="2858196" cy="1872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334" y="1299426"/>
            <a:ext cx="2932194" cy="1872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624" y="4008073"/>
            <a:ext cx="2925376" cy="1872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268" y="1299426"/>
            <a:ext cx="2895280" cy="1872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083" y="4008073"/>
            <a:ext cx="2891465" cy="1872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785" y="1299426"/>
            <a:ext cx="2916000" cy="18720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9537" y="4008073"/>
            <a:ext cx="2907318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4069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28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091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order data — test bench 2#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7" y="3516527"/>
            <a:ext cx="3969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56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5" name="文本框 53"/>
          <p:cNvSpPr txBox="1"/>
          <p:nvPr/>
        </p:nvSpPr>
        <p:spPr>
          <a:xfrm>
            <a:off x="10702447" y="0"/>
            <a:ext cx="129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F000005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BEE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F000021</a:t>
            </a:r>
            <a:endParaRPr lang="en-US" altLang="zh-CN" sz="1400" dirty="0">
              <a:solidFill>
                <a:srgbClr val="1BEE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E1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F000071</a:t>
            </a:r>
            <a:endParaRPr lang="zh-CN" altLang="en-US" sz="1400" dirty="0">
              <a:solidFill>
                <a:srgbClr val="1E1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66" y="1297175"/>
            <a:ext cx="2829068" cy="1872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95" y="4008073"/>
            <a:ext cx="2805010" cy="1872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685" y="1308674"/>
            <a:ext cx="2819924" cy="1872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547" y="4008073"/>
            <a:ext cx="2821783" cy="1879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680" y="1308674"/>
            <a:ext cx="2796000" cy="1872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680" y="4008073"/>
            <a:ext cx="2814000" cy="18720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7292" y="1297175"/>
            <a:ext cx="2826000" cy="18720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7292" y="4008073"/>
            <a:ext cx="2838000" cy="1872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618" y="891460"/>
            <a:ext cx="4069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7.4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40177" y="286987"/>
            <a:ext cx="4384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order data — test bench 2#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4450" y="3403600"/>
            <a:ext cx="1195360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68066" y="262765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1658" y="262765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410564" y="262765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364710" y="262765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16323" y="831363"/>
            <a:ext cx="1492716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Unit: dB (m/s</a:t>
            </a:r>
            <a:r>
              <a:rPr lang="en-US" altLang="zh-CN" sz="1400" kern="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2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)</a:t>
            </a:r>
            <a:endParaRPr lang="zh-CN" altLang="en-US" sz="1400" kern="0" baseline="3000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6617" y="3516527"/>
            <a:ext cx="3969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Reducer 14.8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order_VSG Test point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8066" y="5349897"/>
            <a:ext cx="481221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71658" y="5349896"/>
            <a:ext cx="52931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rDH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10564" y="5349896"/>
            <a:ext cx="46519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rCL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1364710" y="5349896"/>
            <a:ext cx="513282" cy="307777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FZZDXK--GBK1-0"/>
              </a:rPr>
              <a:t>rCH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FZZDXK--GBK1-0"/>
            </a:endParaRPr>
          </a:p>
        </p:txBody>
      </p:sp>
      <p:sp>
        <p:nvSpPr>
          <p:cNvPr id="35" name="文本框 53"/>
          <p:cNvSpPr txBox="1"/>
          <p:nvPr/>
        </p:nvSpPr>
        <p:spPr>
          <a:xfrm>
            <a:off x="10702447" y="0"/>
            <a:ext cx="129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F000005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BEE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F000021</a:t>
            </a:r>
            <a:endParaRPr lang="en-US" altLang="zh-CN" sz="1400" dirty="0">
              <a:solidFill>
                <a:srgbClr val="1BEE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1E1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F000071</a:t>
            </a:r>
            <a:endParaRPr lang="zh-CN" altLang="en-US" sz="1400" dirty="0">
              <a:solidFill>
                <a:srgbClr val="1E1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119630" y="2967990"/>
            <a:ext cx="7780655" cy="8254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indent="0" algn="ctr" latinLnBrk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THANKS</a:t>
            </a:r>
            <a:endParaRPr lang="en-US" altLang="zh-CN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>
          <a:defRPr kern="0" dirty="0">
            <a:latin typeface="微软雅黑" panose="020B0503020204020204" pitchFamily="34" charset="-122"/>
            <a:ea typeface="微软雅黑" panose="020B0503020204020204" pitchFamily="34" charset="-122"/>
            <a:cs typeface="FZZDXK--GBK1-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WPS 演示</Application>
  <PresentationFormat>Widescreen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FZZDXK--GBK1-0</vt:lpstr>
      <vt:lpstr>SWAstro</vt:lpstr>
      <vt:lpstr>Arial</vt:lpstr>
      <vt:lpstr>Calibri</vt:lpstr>
      <vt:lpstr>Verdana</vt:lpstr>
      <vt:lpstr>Times New Roman</vt:lpstr>
      <vt:lpstr>Wingdings</vt:lpstr>
      <vt:lpstr>Arial Unicode MS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701359</cp:lastModifiedBy>
  <cp:revision>4580</cp:revision>
  <cp:lastPrinted>2019-07-30T00:05:00Z</cp:lastPrinted>
  <dcterms:created xsi:type="dcterms:W3CDTF">2017-07-20T00:24:00Z</dcterms:created>
  <dcterms:modified xsi:type="dcterms:W3CDTF">2026-07-07T06:02:04Z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2052-11.8.2.8950</vt:lpwstr>
  </property>
  <property fmtid="{D5CDD505-2E9C-101B-9397-08002B2CF9AE}" pid="3" name="ICV">
    <vt:lpwstr>EF6B95CE289D4722BEB35F77C1ECD0B7</vt:lpwstr>
  </property>
</Properties>
</file>